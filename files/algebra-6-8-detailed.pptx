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Степенная функция и равносильность: § 6–8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 класс · подробный разбор с повторением базы о функциях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Повторение: что такое функция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2542032" cy="1289304"/>
          </a:xfrm>
          <a:prstGeom prst="roundRect">
            <a:avLst>
              <a:gd name="adj" fmla="val 567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5272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58191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Правило, которое каждому x сопоставляет ровно один y. Запись y = f(x).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0984" y="1143000"/>
            <a:ext cx="2542032" cy="1289304"/>
          </a:xfrm>
          <a:prstGeom prst="roundRect">
            <a:avLst>
              <a:gd name="adj" fmla="val 567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5576" y="125272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определения D(f)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158191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x, которые можно подставить. У y = 1/x это все x, кроме нуля.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9048" y="1143000"/>
            <a:ext cx="2542032" cy="1289304"/>
          </a:xfrm>
          <a:prstGeom prst="roundRect">
            <a:avLst>
              <a:gd name="adj" fmla="val 567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5272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значений E(f)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81912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y, которые получаются. У y = x² это [0; +∞).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88336"/>
            <a:ext cx="2542032" cy="1289304"/>
          </a:xfrm>
          <a:prstGeom prst="roundRect">
            <a:avLst>
              <a:gd name="adj" fmla="val 567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2798064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Возрастает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3127248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x — больше y. График идёт вверх слева направо.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00984" y="2688336"/>
            <a:ext cx="2542032" cy="1289304"/>
          </a:xfrm>
          <a:prstGeom prst="roundRect">
            <a:avLst>
              <a:gd name="adj" fmla="val 567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65576" y="2798064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Убывает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65576" y="3127248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x — меньше y. График идёт вниз.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9048" y="2688336"/>
            <a:ext cx="2542032" cy="1289304"/>
          </a:xfrm>
          <a:prstGeom prst="roundRect">
            <a:avLst>
              <a:gd name="adj" fmla="val 5674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798064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127248"/>
            <a:ext cx="22128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точки (x; y), которые подходят под правило.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Чётность: как проверять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41064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Чётная функция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f(−x) = f(x) — знак не меняется.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y = x², потому что (−3)² = 3² = 9.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симметричен относительно оси y — как зеркало.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188720"/>
            <a:ext cx="3941064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Нечётная функция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27632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f(−x) = −f(x) — результат меняет знак.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y = x³, потому что (−2)³ = −8, а 2³ = 8.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симметричен относительно начала координат.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6118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 одно действие: подставить вместо x минус икс и посмотреть, что стало со знаком.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7276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Степенная функция y = xᵖ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определяет всё: область, чётность, монотонность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перепутать: степенная и показательная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41064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Степенная функция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7335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в основании, показатель постоянный: y = x², y = x⁻³.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§ 6.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234440"/>
            <a:ext cx="3941064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Показательная функция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7335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aˣ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Переменная в показателе, основание постоянное: y = 2ˣ.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глава III, позже.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4290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темы: по одному взгляду на показатель называть свойства функции, не строя график по точкам.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 1: чётный натуральный показатель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Примеры: y = x², y = x⁴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определения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x: возводить в степень можно что угодно.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00984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Чётность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Чётная: (−x)² = x², минус при чётной степени исчезает.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48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Убывает при x &lt; 0, возрастает при x &gt; 0. Минимум в нуле.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5204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значения неотрицательны, поэтому график лежит выше оси x и касается её в начале координат.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 2: нечётный натуральный показатель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Примеры: y = x, y = x³, y = x⁵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определения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00984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Чётность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Нечётная: (−x)³ = −x³, минус выходит наружу.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48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Возрастает на всей числовой прямой, без исключений.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5204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проходит через начало координат: влево уходит вниз, вправо — вверх.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 3: отрицательный чётный показатель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y = x⁻² = 1/x²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определения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x, кроме нуля: при x = 0 в знаменателе ноль.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00984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Чётность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Чётная: 1/(−x)² = 1/x².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48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всегда положительны, обе ветви сверху. При x &gt; 0 убывает.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5204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x, тем больше знаменатель и тем меньше дробь — отсюда убывание на правой ветви.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 4: отрицательный нечётный показатель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y = x⁻¹ = 1/x — знакомая гипербола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определения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x, кроме нуля.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00984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Чётность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Нечётная: 1/(−x) = −1/x.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9048" y="146304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01952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Убывает на каждом промежутке отдельно: при x &lt; 0 и при x &gt; 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5204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сказать «убывает на всей области определения»: при переходе через ноль значения скачут. Это часто спрашивают.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Дробный показатель и сводка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41064" cy="1737360"/>
          </a:xfrm>
          <a:prstGeom prst="roundRect">
            <a:avLst>
              <a:gd name="adj" fmla="val 4211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дробный, p &gt; 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x^(1/2) = √x.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Область: x ≥ 0 — дробная степень только для неотрицательного основания.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Возрастает.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0016" y="1188720"/>
            <a:ext cx="3941064" cy="1737360"/>
          </a:xfrm>
          <a:prstGeom prst="roundRect">
            <a:avLst>
              <a:gd name="adj" fmla="val 4211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дробный, p &lt; 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2763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x^(−1/2) = 1/√x.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Область: x &gt; 0 — добавляется запрет на ноль.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Убывает.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08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на экзамене: посмотреть на показатель → отрицательный? чётный? дробный? → назвать свойства.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7490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чётной, ни нечётной дробная степень не бывает: при отрицательных x функция просто не определена.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из учебника к § 6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10–11 класс · с. 46, упражнения 119–124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119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Изобразить схематически график и указать область определения и множество значений для x⁶, x⁵, x⁻², x⁻³.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0016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120 (устно)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Возрастает или убывает функция y = xᵖ при x &gt; 0 для p = 7, 16, −3, −7, −4, −10.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121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наибольшее и наименьшее значения функции на заданном отрезке.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122 и 124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с единицей и сравнить значения выражений, пользуясь свойствами степенной функции.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7276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Взаимно обратные функции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обратная существует и как её найти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 обратной функции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41064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— машинка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7335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Кладём число — получаем другое.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умножить на 3 и вычесть 6.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Взяли 4 → получили 6.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234440"/>
            <a:ext cx="3941064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— возврат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7335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Отменяет действия в обратном порядке.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Прибавить 6 и поделить на 3.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Взяли 6 → вернули 4.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33756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Бытовая аналогия: надел носки, потом ботинки. Чтобы вернуться — снимаешь ботинки, потом носки.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обратная функция существует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Условие: функция монотонна — только возрастает или только убывает на рассматриваемом промежутке.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так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901952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должна каждому y сопоставить ровно один x. Если функция то росла, то убывала, одно значение получается при разных 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00984" y="1463040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5576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Контрпример: y = x²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1901952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4 получается и при x = 2, и при x = −2. По результату не понять, что было исходным. Обратной нет.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1463040"/>
            <a:ext cx="2542032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5727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исправить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901952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Ограничить промежутком [0; +∞), где функция возрастает. Тогда обратная есть: y = √x.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7490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замыкается круг с § 4: арифметический корень неотрицателен именно потому, что он обратная функция к x² на [0; +∞).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и проверка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2529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188720"/>
            <a:ext cx="7424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y = f(x)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7393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37360"/>
            <a:ext cx="7424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Выразить x через 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286000"/>
            <a:ext cx="7424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местами обозначения x и 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3941064" cy="1097280"/>
          </a:xfrm>
          <a:prstGeom prst="roundRect">
            <a:avLst>
              <a:gd name="adj" fmla="val 666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303580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3x − 6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33649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= y + 6, x = (y + 6)/3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y = (x + 6)/3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0016" y="2926080"/>
            <a:ext cx="3941064" cy="1097280"/>
          </a:xfrm>
          <a:prstGeom prst="roundRect">
            <a:avLst>
              <a:gd name="adj" fmla="val 666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64608" y="303580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x³ + 1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36499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x³ = y − 1, x = ³√(y − 1)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y = ³√(x − 1)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2062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2062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 4 → 3·4 − 6 = 6, затем 6 → (6 + 6)/3 = 4. Вернулись к исходному числу — значит верно.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факта, которые спрашивают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41064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Симметрия относительно y = 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7335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Точке (2; 6) исходной функции отвечает точка (6; 2) обратной. Обмен координат местами — это отражение относительно прямой y = x.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0016" y="1234440"/>
            <a:ext cx="3941064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Области меняются местами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7335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D(f) = E(f⁻¹) и E(f) = D(f⁻¹).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входило, теперь выходит.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из учебника к § 7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10–11 класс · с. 52, упражнения 131–135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131 (устно)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Обратима ли функция: 3x − 1, x² + 7, 1/x, √x, x⁴, а также x⁴ при x &lt; 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0016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132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обратную функцию: 2x − 1, −5x + 4, x³ + 1, x³ − 3 и другие.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133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область определения и множество значений обратной функции.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135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Являются ли пары функций взаимно обратными — проверка подстановкой.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7276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Равносильные уравнения и неравенства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берутся лишние корни и куда исчезают нужные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Равносильность и следствие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41064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Равносильные уравнения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7335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Множества корней полностью совпадают.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= 8 и x = 4 — равносильны.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«то же самое другими словами».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234440"/>
            <a:ext cx="3941064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Уравнение-следствие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7335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Корней не меньше: все корни исходного подходят, но могут добавиться лишние.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x = 3 следует x² = 9, но у второго есть ещё −3.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5204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различать: если хоть одно преобразование давало следствие, проверка корней обязательна.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можно, а что опасно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41064" cy="2377440"/>
          </a:xfrm>
          <a:prstGeom prst="roundRect">
            <a:avLst>
              <a:gd name="adj" fmla="val 3077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Сохраняют равносильность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перенос слагаемого со сменой знака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умножение и деление на число ≠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возведение в нечётную степень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 неравенств — умножение на положительное число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0016" y="1188720"/>
            <a:ext cx="3941064" cy="2377440"/>
          </a:xfrm>
          <a:prstGeom prst="roundRect">
            <a:avLst>
              <a:gd name="adj" fmla="val 3077"/>
            </a:avLst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Меняют множество корней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27632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возведение в чётную степень → лишние корни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умножение на выражение с переменной → лишние корни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деление на выражение с переменной → потеря корней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умножение неравенства на отрицательное → знак переворачивается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7490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лишних корней простая: разные числа могут иметь одинаковый квадрат.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Образец: √(x + 4) = x − 2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1673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80160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Возводим в квадрат — помним, что это даёт следствие: x + 4 = (x − 2)²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47088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Раскрываем: x + 4 = x² − 4x + 4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414016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Переносим: x² − 5x = 0, раскладываем: x(x − 5) = 0, корни 0 и 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980944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x = 0: слева √4 = 2, справа −2 — не сходится, корень посторонний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547872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x = 5: слева √9 = 3, справа 3 — сходится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Ответ: 5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Потеря корня и дробь, равная нулю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41064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делить на 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73352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= 5x.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Неверно: делим на x, получаем x = 5 — корень 0 потерян.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Верно: x² − 5x = 0, x(x − 5) = 0, корни 0 и 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234440"/>
            <a:ext cx="3941064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34416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Дробь равна нулю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73352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(x² − 4)/(x − 2) = 0.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Числитель ноль: x = 2 или x = −2.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Знаменатель ≠ 0: x ≠ 2.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 −2.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661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Неравенства: −2x &gt; 6  ⟺  x &lt; −3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02920" y="416052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16052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числом: x = −4 даёт 8 &gt; 6 — верно; x = 0 даёт 0 &gt; 6 — неверно. Значит ответ x &lt; −3.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из учебника к § 8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10–11 класс · с. 58, упражнения 138–140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138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Решить уравнения, в том числе дробные, где часть корней отпадает по знаменателю.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0016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139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Равносильны ли пары уравнений — шесть пар, прямая отработка определения.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140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Равносильны ли пары неравенств — то же для неравенств.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5–6 (с. 58)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Разобраны в учебнике: неравенства решаются методом интервалов. Полезны как образец оформления.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Проверь себя: § 6–8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6245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325880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показателю назвать область определения, чётность и монотонность функции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938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92808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Отличить степенную функцию от показательной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459736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обратную функцию за три шага и проверить её подстановкой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026664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Объяснить, почему у y = x² на всей прямой обратной нет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593592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возведения в квадрат всегда делать проверку корней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29768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2976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по учебнику: § 9–10, иррациональные уравнения и неравенства. Они целиком стоят на § 8.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2026-10-02T20:00:49Z</dcterms:created>
  <dcterms:modified xsi:type="dcterms:W3CDTF">2026-10-02T20:00:49Z</dcterms:modified>
</cp:coreProperties>
</file>