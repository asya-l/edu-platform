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Действительные числа и степенная функция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Алимов, 10 класс · § 1–8 · догоняющее занятие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 занятия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29840" cy="1280160"/>
          </a:xfrm>
          <a:prstGeom prst="roundRect">
            <a:avLst>
              <a:gd name="adj" fmla="val 571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0759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1–2  Числа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216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расширялось множество чисел: N → Z → Q → 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07080" y="1188720"/>
            <a:ext cx="2529840" cy="1280160"/>
          </a:xfrm>
          <a:prstGeom prst="roundRect">
            <a:avLst>
              <a:gd name="adj" fmla="val 571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89960" y="130759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  Прогрессия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89960" y="1645920"/>
            <a:ext cx="216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Бесконечно убывающая: сумма и связь с периодической дробью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11240" y="1188720"/>
            <a:ext cx="2529840" cy="1280160"/>
          </a:xfrm>
          <a:prstGeom prst="roundRect">
            <a:avLst>
              <a:gd name="adj" fmla="val 571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4120" y="130759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4–5  Корни и степени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94120" y="1645920"/>
            <a:ext cx="216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Арифметический корень, степень с дробным показателем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2529840" cy="1280160"/>
          </a:xfrm>
          <a:prstGeom prst="roundRect">
            <a:avLst>
              <a:gd name="adj" fmla="val 571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86207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6  Степенная функция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200400"/>
            <a:ext cx="216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случая показателя и вид графика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07080" y="2743200"/>
            <a:ext cx="2529840" cy="1280160"/>
          </a:xfrm>
          <a:prstGeom prst="roundRect">
            <a:avLst>
              <a:gd name="adj" fmla="val 571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89960" y="286207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7  Обратные функции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89960" y="3200400"/>
            <a:ext cx="216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Монотонность и симметрия относительно y = 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11240" y="2743200"/>
            <a:ext cx="2529840" cy="1280160"/>
          </a:xfrm>
          <a:prstGeom prst="roundRect">
            <a:avLst>
              <a:gd name="adj" fmla="val 571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94120" y="286207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8  Равносильность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94120" y="3200400"/>
            <a:ext cx="216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Посторонние корни и потеря корней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1051560" cy="10515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5544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§1–2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55448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Целые, рациональные, действительные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расширяли множество чисел и как устроена десятичная запись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Цепочка расширений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46304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Натуральные.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Сложение и умножение не выводят наружу, вычитание выводит.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23444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88920" y="13533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1691640"/>
            <a:ext cx="146304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Целые.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Добавили ноль и отрицательные: вычитание закрыто.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3533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691640"/>
            <a:ext cx="146304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Рациональные m/n.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Закрыто и деление, кроме деления на ноль.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12280" y="123444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13533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691640"/>
            <a:ext cx="146304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Действительные.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Добавили иррациональные: √2, π.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61188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118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Рациональное число — это всегда конечная или бесконечная периодическая десятичная дробь.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Периодическая дробь → обыкновенная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Множитель = 10 в степени «длина периода»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933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0,(27)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3566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 = 27,(27)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99x = 27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27/99 = 3/11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8745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9933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0,2(7)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331720"/>
            <a:ext cx="3566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= 2,(7),  100x = 27,(7)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90x = 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25/90 = 5/18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65760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ошибка: домножать на 10 независимо от длины периода.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Иррациональные числа и модуль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2529840" cy="1920240"/>
          </a:xfrm>
          <a:prstGeom prst="roundRect">
            <a:avLst>
              <a:gd name="adj" fmla="val 381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Иррациональное число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164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Бесконечная непериодическая дробь: √2, π, 0,1010010001…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07080" y="1234440"/>
            <a:ext cx="2529840" cy="1920240"/>
          </a:xfrm>
          <a:prstGeom prst="roundRect">
            <a:avLst>
              <a:gd name="adj" fmla="val 381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89960" y="135331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89960" y="1691640"/>
            <a:ext cx="2164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&lt; 29 &lt; 36, значит √29 лежит между 5 и 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11240" y="1234440"/>
            <a:ext cx="2529840" cy="1920240"/>
          </a:xfrm>
          <a:prstGeom prst="roundRect">
            <a:avLst>
              <a:gd name="adj" fmla="val 381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4120" y="135331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94120" y="1691640"/>
            <a:ext cx="2164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|a| = a при a ≥ 0 и −a при a &lt; 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337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|3 − √10| + √10 = (√10 − 3) + √10 = 2√10 − 3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" y="402336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02336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раскрытием модуля оцениваем знак выражения внутри: √10 ≈ 3,16 больше трёх.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1051560" cy="10515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5544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55448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Бесконечно убывающая прогрессия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формула, которая объясняет периодические дроби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Сумма прогрессии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 |q| &lt; 1:   S = b₁ / (1 − q)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529840" cy="1463040"/>
          </a:xfrm>
          <a:prstGeom prst="roundRect">
            <a:avLst>
              <a:gd name="adj" fmla="val 5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3911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 = 8, q = 1/2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164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8 : 0,5 = 16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07080" y="1920240"/>
            <a:ext cx="2529840" cy="1463040"/>
          </a:xfrm>
          <a:prstGeom prst="roundRect">
            <a:avLst>
              <a:gd name="adj" fmla="val 5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89960" y="203911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 = 12, q = −1/3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89960" y="2377440"/>
            <a:ext cx="2164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12 : 4/3 = 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11240" y="1920240"/>
            <a:ext cx="2529840" cy="1463040"/>
          </a:xfrm>
          <a:prstGeom prst="roundRect">
            <a:avLst>
              <a:gd name="adj" fmla="val 5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4120" y="203911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0,(3)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94120" y="2377440"/>
            <a:ext cx="2164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 : (1 − 0,1) = 1/3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6118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 работает только при |q| &lt; 1 — это первое, что проверяем в условии.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1051560" cy="10515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5544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§4–5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55448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Корни и степени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Свойства корня и степень с рациональным показателем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Арифметический корень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075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Свойства (a ≥ 0, b &gt; 0)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5661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ⁿ√(ab) = ⁿ√a · ⁿ√b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ⁿ√(a/b) = ⁿ√a / ⁿ√b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(ⁿ√a)ᵐ = ⁿ√(aᵐ)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ᵐ√(ⁿ√a) = ᵐⁿ√a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075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Чётность показателя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5661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нечётное: корень есть и из отрицательного,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³√(−125) = −5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чётное: ⁿ√(aⁿ) = |a|,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√((−6)²) = 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5760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Приём: не считать корни по отдельности, а собрать под один. ³√40 · ³√25 = ³√1000 = 10.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Степень с рациональным показателем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a^(m/n) = ⁿ√(aᵐ),   a &gt; 0,   a⁻ᵖ = 1/aᵖ,   a⁰ = 1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7452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Смотрим на знак показателя — при минусе переворачиваем дробь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4144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Знаменатель показателя — извлекаем корень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08376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Числитель показателя — возводим в степень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657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7764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25^(3/2)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114800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(√25)³ = 125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06040" y="3657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88920" y="37764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81^(−1/4)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114800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⁴√81 = 1/3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657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7764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(16/81)^(3/4)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114800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(2/3)³ = 8/27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3657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95160" y="37764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(1/27)^(−2/3)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4114800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27^(2/3) = 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Ловушки корней и степеней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2529840" cy="2194560"/>
          </a:xfrm>
          <a:prstGeom prst="roundRect">
            <a:avLst>
              <a:gd name="adj" fmla="val 333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√(a²)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1640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|a|, а не a. Знак подкоренного выражения неизвестен.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07080" y="1234440"/>
            <a:ext cx="2529840" cy="2194560"/>
          </a:xfrm>
          <a:prstGeom prst="roundRect">
            <a:avLst>
              <a:gd name="adj" fmla="val 333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89960" y="135331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(−8)^(1/3)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89960" y="1691640"/>
            <a:ext cx="21640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Такой записи в курсе нет: дробный показатель только при a &gt; 0. При этом ³√(−8) = −2.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11240" y="1234440"/>
            <a:ext cx="2529840" cy="2194560"/>
          </a:xfrm>
          <a:prstGeom prst="roundRect">
            <a:avLst>
              <a:gd name="adj" fmla="val 333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4120" y="135331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Основание и показатель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94120" y="1691640"/>
            <a:ext cx="21640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 складываются только при одинаковом основании: 2^(1/3) · 2^(2/3) = 2.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4904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7490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себя: 32^(3/5) = 8, 81^(−1/4) = 1/3, ⁴√(x⁴) при x &lt; 0 равно −x.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1051560" cy="10515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5544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55448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Степенная функция y = xᵖ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определяет область определения, чётность и монотонность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случая показателя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075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2, 4, 6, …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все x · чётная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убывает при x &lt; 0, возрастает при x &gt; 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075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1, 3, 5, …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все x · нечётная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возрастает на всей прямой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5877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−2, −4, …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926080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x ≠ 0 · чётная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ветви выше оси 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468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5877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−1, −3, …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926080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x ≠ 0 · нечётная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убывает на каждом промежутке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5760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Дробный показатель: при p &gt; 0 область [0; +∞), при p &lt; 0 — (0; +∞). Пример: y = x^(1/2) = √x.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1051560" cy="10515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5544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55448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Взаимно обратные функции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обратная существует и как её найти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найти обратную функцию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3444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y = f(x)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0136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Выразить x через 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368296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Поменять местами обозначения x и 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1363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3x − 6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74720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обратная: y = (x + 6)/3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31363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x³ + 1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474720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обратная: y = ³√(x − 1)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20624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2062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 взаимно обратных функций симметричны относительно прямой y = x.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обратной нет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2529840" cy="2194560"/>
          </a:xfrm>
          <a:prstGeom prst="roundRect">
            <a:avLst>
              <a:gd name="adj" fmla="val 333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существования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1640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монотонна на рассматриваемом промежутке — тогда каждому значению отвечает ровно один аргумент.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07080" y="1234440"/>
            <a:ext cx="2529840" cy="2194560"/>
          </a:xfrm>
          <a:prstGeom prst="roundRect">
            <a:avLst>
              <a:gd name="adj" fmla="val 333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89960" y="135331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Контрпример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89960" y="1691640"/>
            <a:ext cx="21640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x² на всей прямой: значению 4 отвечают и 2, и −2. Обратной нет.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11240" y="1234440"/>
            <a:ext cx="2529840" cy="2194560"/>
          </a:xfrm>
          <a:prstGeom prst="roundRect">
            <a:avLst>
              <a:gd name="adj" fmla="val 333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4120" y="1353312"/>
            <a:ext cx="216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Исправление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94120" y="1691640"/>
            <a:ext cx="21640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[0; +∞) функция возрастает, обратная существует: y = √x.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4904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7490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Отсюда же понятно, почему арифметический корень определяют как неотрицательное число.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1051560" cy="10515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5544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§8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55448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Равносильные уравнения и неравенства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берутся посторонние корни и куда исчезают нужные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можно, а что опасно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075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Сохраняют равносильность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5661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перенос слагаемого с другим знаком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умножение и деление на число ≠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возведение в нечётную степень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075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Требуют осторожности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5661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возведение в чётную степень → посторонние корни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умножение на выражение с переменной → посторонние корни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деление на выражение с переменной → потеря корней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5760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неравенств: умножение на отрицательное число меняет знак. −2x &gt; 6 равносильно x &lt; −3.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Образец решения: √(x + 4) = x − 2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Возводим в квадрат: x + 4 = x² − 4x + 4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47672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0195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Приводим: x² − 5x = 0, значит x = 0 или x = 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2374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x = 0: справа −2, корень не бывает отрицательным — посторонний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9125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4553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93192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после возведения в чётную степень — не аккуратность, а обязательный шаг решения.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классические ошибки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корня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661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= 5x — делить на x нельзя.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Верно: x² − 5x = 0, x(x − 5) = 0, корни 0 и 5.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23444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533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Лишний корень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5661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(x² − 4)/(x − 2) = 0.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Корни числителя 2 и −2, но x = 2 исключено знаменателем. Ответ: −2.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204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Равносильные уравнения имеют одинаковые корни; у уравнения-следствия корней может быть больше.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0175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проверить перед следующей темой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Перевожу периодическую дробь в обыкновенную без подсказки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84248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Считаю степень с дробным показателем в три шага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5117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05456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Пишу √(a²) = |a| автоматически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72384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показателю называю область определения и чётность функции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85032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639312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возведения в квадрат всегда делаю проверку корней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315968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3159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по учебнику: § 9–10 — иррациональные уравнения и неравенства. Они целиком опираются на § 8.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2026-10-02T19:40:22Z</dcterms:created>
  <dcterms:modified xsi:type="dcterms:W3CDTF">2026-10-02T19:40:22Z</dcterms:modified>
</cp:coreProperties>
</file>